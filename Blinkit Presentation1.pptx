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66" r:id="rId6"/>
    <p:sldId id="259" r:id="rId7"/>
    <p:sldId id="260" r:id="rId8"/>
    <p:sldId id="262" r:id="rId9"/>
    <p:sldId id="264" r:id="rId10"/>
    <p:sldId id="265" r:id="rId11"/>
    <p:sldId id="267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23" autoAdjust="0"/>
    <p:restoredTop sz="94660"/>
  </p:normalViewPr>
  <p:slideViewPr>
    <p:cSldViewPr snapToGrid="0">
      <p:cViewPr varScale="1">
        <p:scale>
          <a:sx n="86" d="100"/>
          <a:sy n="86" d="100"/>
        </p:scale>
        <p:origin x="-612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7C4A1-6DF0-4344-AD23-BA404FABE6A8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4E72EF-F345-4A4C-953E-1EA2852F33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08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4E72EF-F345-4A4C-953E-1EA2852F331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984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DAD5E6-828B-1786-DAC6-9180E26FF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2CE91C6-2881-FE76-9A2B-CC774CF2B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1A805D9-D61A-7738-A7E7-B2211BE1F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9828C-34D7-4823-BBF7-EE8930B55450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A165397-D9A0-E817-385B-E8C37BF6B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9D85D56-FCDE-5250-C4C0-CA32FF3D3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87C12-E5C5-427E-B15D-E5E06BF3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646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AE49AF-FE5E-1144-5AF4-D08B28133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7F0C3FC-A9C4-781C-08B0-C608B79BE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B62582-E1E0-8F29-A98F-540178E3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9828C-34D7-4823-BBF7-EE8930B55450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D8573F9-9615-F779-DE9C-E53AD9C93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E25592B-F41A-B9F6-FA9A-01E6A027F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87C12-E5C5-427E-B15D-E5E06BF3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093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646286-7917-7A7B-EB88-78DF98C56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3138496-D5DC-0ECF-A588-4B0741E09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C68ECD-92C5-2288-97F3-ABDB39C3D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9828C-34D7-4823-BBF7-EE8930B55450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E52594E-E32A-BF10-37E9-0FB9CDF0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F04FA7A-C5EE-965B-2620-D953EDF05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87C12-E5C5-427E-B15D-E5E06BF3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368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593F15-B759-50CD-6D44-6703734A2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CD186F-BF15-D836-6BE2-5E754384E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8CFDB4F-8E21-CAD8-836E-ED28AF224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D69E34E-FFF5-0EB4-4ADD-F862E257A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9828C-34D7-4823-BBF7-EE8930B55450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ABE3343-960C-EC25-176E-67AA12903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AAC0EE-E0C2-E519-76D5-4CD6B0C12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87C12-E5C5-427E-B15D-E5E06BF3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140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C6597E-77EB-26BE-FF3B-AB56E0C38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89BE95F-8FB1-E230-DB15-1BE1378C1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2D11E2E-C710-8009-D44D-35D067E4D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6ECA624-5ED3-3832-65C7-558EA4F487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C00E027-C1D9-61A1-D609-DBADBD7F3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0ACB1B3-23ED-56F9-14D3-8E5858F4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9828C-34D7-4823-BBF7-EE8930B55450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60F20EF-9558-3336-DDBF-B52068271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0CAF03C-1A2E-C22B-D0A3-94E5CAAE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87C12-E5C5-427E-B15D-E5E06BF3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154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9F2292-580E-9FE2-968B-A4E6A9FF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688553-17BF-08DC-5F1F-2BB521607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9828C-34D7-4823-BBF7-EE8930B55450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94E7778-D9D2-7390-75D1-1EBDAF0E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03B7C55-B80B-C2AA-1E0F-2AC5F4DE2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87C12-E5C5-427E-B15D-E5E06BF3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201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A90C423-38CA-B627-7311-19FBFBF2C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9828C-34D7-4823-BBF7-EE8930B55450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675E902-9DC0-B595-FF30-E6D84694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00C4A32-0E4A-C464-A681-646EB2E4F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87C12-E5C5-427E-B15D-E5E06BF3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062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FA33B6-7FE4-70AF-1666-DF372AC6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D86448D-3ECB-8AB4-FB78-3A41E57AD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E43ABB6-9D01-C82B-7D32-CE48C8091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5AF9F01-0707-5EBF-2552-2B125F24F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9828C-34D7-4823-BBF7-EE8930B55450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B29F59C-10A9-EB05-7795-E88865E6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23ACAE7-0DDC-F914-AEB4-8264BB76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87C12-E5C5-427E-B15D-E5E06BF3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80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1D9B22-1AB8-BA43-D962-76C10E05D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C0AF27D-1EDB-066D-C6B1-0F9FF87CAA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2C83E9D-6877-4474-03DE-59A1C3502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F0BED8D-1EBF-2F4C-665A-2F6313120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9828C-34D7-4823-BBF7-EE8930B55450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A83791F-401F-9D30-85D0-F64532C7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4E41369-DC03-FEA1-0B4C-2290834D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87C12-E5C5-427E-B15D-E5E06BF3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446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09D29F-79E4-465C-D68B-EC947130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0A61FB0-DA36-1049-0E55-1B1EC4284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E42D690-4A9B-E36C-2818-3FB1F38E2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9828C-34D7-4823-BBF7-EE8930B55450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6AEBBA2-EF41-F046-B85F-97BA7AAD2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9BD3EFA-6A93-BEA2-7EB3-AA6F7497F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87C12-E5C5-427E-B15D-E5E06BF3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644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B23B91E-4BFF-8678-28E4-6D2E2ADD9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94872EA-8E41-1043-1C24-9A951ECAC4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340CE4-2693-4DFD-4CF6-C49F1D0EF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9828C-34D7-4823-BBF7-EE8930B55450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CD0BD89-6A2C-3AC9-0698-266C3370D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512F3A-0E2E-5507-62BD-B15233D74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87C12-E5C5-427E-B15D-E5E06BF3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216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34020C5-92B7-4AE3-C0DA-07CF57EC8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7454030-7ECF-41FF-41CE-9BE03C08A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F2D6963-6C4D-75A4-77BC-2B0E0B25A5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9828C-34D7-4823-BBF7-EE8930B55450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397F756-3716-3F59-46AF-66E220261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C7F130E-4318-D8B2-216F-225990D72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087C12-E5C5-427E-B15D-E5E06BF3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10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A1839B-5B0A-93D0-9D47-0268E9A43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6722378" cy="182217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F1FB377-93B5-DFEA-BC98-3CC5C178C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3635229" cy="68473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26" name="Picture 2" descr="Comprehensive Blinkit Seller Registration &amp; Setup Guide in 2025">
            <a:extLst>
              <a:ext uri="{FF2B5EF4-FFF2-40B4-BE49-F238E27FC236}">
                <a16:creationId xmlns:a16="http://schemas.microsoft.com/office/drawing/2014/main" xmlns="" id="{5D19780E-8507-6A39-52F4-34688EAAC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E42FBD3-2F8D-2D5E-79F3-28348C2D3B9E}"/>
              </a:ext>
            </a:extLst>
          </p:cNvPr>
          <p:cNvSpPr txBox="1"/>
          <p:nvPr/>
        </p:nvSpPr>
        <p:spPr>
          <a:xfrm>
            <a:off x="6635692" y="1283516"/>
            <a:ext cx="54696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BLINK</a:t>
            </a:r>
            <a:r>
              <a:rPr lang="en-IN" sz="4000" b="1" dirty="0">
                <a:solidFill>
                  <a:srgbClr val="00B050"/>
                </a:solidFill>
              </a:rPr>
              <a:t>IT</a:t>
            </a:r>
            <a:r>
              <a:rPr lang="en-IN" sz="4000" b="1" dirty="0"/>
              <a:t> SALES DATA</a:t>
            </a:r>
          </a:p>
        </p:txBody>
      </p:sp>
    </p:spTree>
    <p:extLst>
      <p:ext uri="{BB962C8B-B14F-4D97-AF65-F5344CB8AC3E}">
        <p14:creationId xmlns:p14="http://schemas.microsoft.com/office/powerpoint/2010/main" val="2542378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linkit Images – Browse 73 Stock Photos, Vectors, and Video | Adobe Stock">
            <a:extLst>
              <a:ext uri="{FF2B5EF4-FFF2-40B4-BE49-F238E27FC236}">
                <a16:creationId xmlns:a16="http://schemas.microsoft.com/office/drawing/2014/main" xmlns="" id="{7AD52949-4158-A348-759A-E6ED14BB9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63600" y="19405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62560" y="2655162"/>
            <a:ext cx="5791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Hello this </a:t>
            </a:r>
            <a:r>
              <a:rPr lang="en-US" b="1" dirty="0"/>
              <a:t>Chelukala Swetha </a:t>
            </a:r>
            <a:r>
              <a:rPr lang="en-US" dirty="0"/>
              <a:t>, This project involves a comprehensive data analysis of the </a:t>
            </a:r>
            <a:r>
              <a:rPr lang="en-US" b="1" dirty="0"/>
              <a:t>Blinkit Grocery Sales Data</a:t>
            </a:r>
            <a:r>
              <a:rPr lang="en-US" dirty="0"/>
              <a:t> to uncover key sales drivers, item performance, and outlet characteristics that influence total revenue. The primary objective is to transform raw data into actionable business insights using </a:t>
            </a:r>
            <a:r>
              <a:rPr lang="en-US" b="1" dirty="0"/>
              <a:t>SQL</a:t>
            </a:r>
            <a:r>
              <a:rPr lang="en-US" dirty="0"/>
              <a:t> for data querying and analysis, and </a:t>
            </a:r>
            <a:r>
              <a:rPr lang="en-US" b="1" dirty="0"/>
              <a:t>Excel</a:t>
            </a:r>
            <a:r>
              <a:rPr lang="en-US" dirty="0"/>
              <a:t> for preliminary data cleaning, visualization, and reporting.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86080" y="1860599"/>
            <a:ext cx="4917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WELCOME TO BLINKIT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634811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Blinkit Business Model &amp; Revenue Streams Explained: How Blinkit Earns Money">
            <a:extLst>
              <a:ext uri="{FF2B5EF4-FFF2-40B4-BE49-F238E27FC236}">
                <a16:creationId xmlns:a16="http://schemas.microsoft.com/office/drawing/2014/main" xmlns="" id="{11820E45-D075-38AA-2F84-4E473889D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3" y="0"/>
            <a:ext cx="1213327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561" y="1046481"/>
            <a:ext cx="3256914" cy="370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22960" y="518160"/>
            <a:ext cx="8605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err="1"/>
              <a:t>Blinkit</a:t>
            </a:r>
            <a:r>
              <a:rPr lang="en-IN" sz="2800" b="1" dirty="0"/>
              <a:t> Grocery Data Schema </a:t>
            </a:r>
          </a:p>
        </p:txBody>
      </p:sp>
    </p:spTree>
    <p:extLst>
      <p:ext uri="{BB962C8B-B14F-4D97-AF65-F5344CB8AC3E}">
        <p14:creationId xmlns:p14="http://schemas.microsoft.com/office/powerpoint/2010/main" val="702043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linkit Images – Browse 73 Stock Photos, Vectors, and Video | Adobe Stock">
            <a:extLst>
              <a:ext uri="{FF2B5EF4-FFF2-40B4-BE49-F238E27FC236}">
                <a16:creationId xmlns:a16="http://schemas.microsoft.com/office/drawing/2014/main" xmlns="" id="{CA4B3DE9-2F16-A855-0B02-E870CA018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549" y="0"/>
            <a:ext cx="12201524" cy="68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70" y="652038"/>
            <a:ext cx="8210210" cy="3140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07070" y="3942826"/>
            <a:ext cx="372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Output</a:t>
            </a:r>
            <a:endParaRPr lang="en-IN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263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Blinkit Launches Seller Hub To Help Brands List On The Platform">
            <a:extLst>
              <a:ext uri="{FF2B5EF4-FFF2-40B4-BE49-F238E27FC236}">
                <a16:creationId xmlns:a16="http://schemas.microsoft.com/office/drawing/2014/main" xmlns="" id="{32D61F2F-82AC-D0E6-6F72-9D1A1A989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15856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F1A8980-0EAA-B58C-B513-5EDC4064E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93" y="391075"/>
            <a:ext cx="5963494" cy="27044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883D330-D6EC-7488-17FF-DBF54983D6EF}"/>
              </a:ext>
            </a:extLst>
          </p:cNvPr>
          <p:cNvSpPr txBox="1"/>
          <p:nvPr/>
        </p:nvSpPr>
        <p:spPr>
          <a:xfrm>
            <a:off x="393893" y="3301947"/>
            <a:ext cx="61491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Output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335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prehensive Blinkit Seller Registration &amp; Setup Guide in 2025">
            <a:extLst>
              <a:ext uri="{FF2B5EF4-FFF2-40B4-BE49-F238E27FC236}">
                <a16:creationId xmlns:a16="http://schemas.microsoft.com/office/drawing/2014/main" xmlns="" id="{55EE4B44-2551-0260-6813-06B0CE053E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6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EBCF0452-B017-77F4-454B-0F1D52772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12" y="623614"/>
            <a:ext cx="6007392" cy="28997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1CE06AD-BA84-DD4C-3D30-0305571D68D1}"/>
              </a:ext>
            </a:extLst>
          </p:cNvPr>
          <p:cNvSpPr txBox="1"/>
          <p:nvPr/>
        </p:nvSpPr>
        <p:spPr>
          <a:xfrm>
            <a:off x="507412" y="3623936"/>
            <a:ext cx="6094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Output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26006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Blinkit Dashboard">
            <a:extLst>
              <a:ext uri="{FF2B5EF4-FFF2-40B4-BE49-F238E27FC236}">
                <a16:creationId xmlns:a16="http://schemas.microsoft.com/office/drawing/2014/main" xmlns="" id="{C03CBB39-E780-861B-EF80-60DF1B8E5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553CF7A-D1D0-AE5E-7825-7F3157DD9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03" y="486562"/>
            <a:ext cx="8360667" cy="24747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BE29152-1A2E-034B-83CA-804B6170B360}"/>
              </a:ext>
            </a:extLst>
          </p:cNvPr>
          <p:cNvSpPr txBox="1"/>
          <p:nvPr/>
        </p:nvSpPr>
        <p:spPr>
          <a:xfrm>
            <a:off x="253767" y="3244334"/>
            <a:ext cx="6161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Output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454421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inkit designs, themes, templates and downloadable graphic elements on  Dribbble">
            <a:extLst>
              <a:ext uri="{FF2B5EF4-FFF2-40B4-BE49-F238E27FC236}">
                <a16:creationId xmlns:a16="http://schemas.microsoft.com/office/drawing/2014/main" xmlns="" id="{79EEF622-F1D7-9F4A-A9B3-1FC9D7ED31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49986" y="357021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150" name="Picture 6" descr="Blinkit Dashboard - The Developer">
            <a:extLst>
              <a:ext uri="{FF2B5EF4-FFF2-40B4-BE49-F238E27FC236}">
                <a16:creationId xmlns:a16="http://schemas.microsoft.com/office/drawing/2014/main" xmlns="" id="{E606DEDE-C5C7-80DF-9A20-88CC0C74E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038"/>
            <a:ext cx="12192000" cy="676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E8CA0866-7EF0-D728-FABD-78932333F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287" y="260361"/>
            <a:ext cx="6757397" cy="21556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5CC3674-64A7-28C3-0D33-11F6B92FA2B3}"/>
              </a:ext>
            </a:extLst>
          </p:cNvPr>
          <p:cNvSpPr txBox="1"/>
          <p:nvPr/>
        </p:nvSpPr>
        <p:spPr>
          <a:xfrm>
            <a:off x="4456651" y="2630353"/>
            <a:ext cx="6161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Output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92973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Blinkit set for margin expansion after driving Q1 for Eternal: Analysts -  The Economic Times">
            <a:extLst>
              <a:ext uri="{FF2B5EF4-FFF2-40B4-BE49-F238E27FC236}">
                <a16:creationId xmlns:a16="http://schemas.microsoft.com/office/drawing/2014/main" xmlns="" id="{8ABE4A03-06C2-22F7-9EA2-68C4D6E84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F95643C-8F8A-B174-E841-77B389879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74" y="226920"/>
            <a:ext cx="8478433" cy="3400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C6A95DF-F100-5E8D-D58D-C23FDEB23199}"/>
              </a:ext>
            </a:extLst>
          </p:cNvPr>
          <p:cNvSpPr txBox="1"/>
          <p:nvPr/>
        </p:nvSpPr>
        <p:spPr>
          <a:xfrm>
            <a:off x="1168167" y="3972078"/>
            <a:ext cx="6161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Output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121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Press center">
            <a:extLst>
              <a:ext uri="{FF2B5EF4-FFF2-40B4-BE49-F238E27FC236}">
                <a16:creationId xmlns:a16="http://schemas.microsoft.com/office/drawing/2014/main" xmlns="" id="{4E5565DF-609E-0D51-7B85-61B3CB3DB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30363"/>
            <a:ext cx="12192000" cy="403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3BC942D-1F3A-7102-D672-CB1E5FFCC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91" y="279580"/>
            <a:ext cx="8973802" cy="28197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AEDE901-3BFE-7B43-A04D-52999123D23A}"/>
              </a:ext>
            </a:extLst>
          </p:cNvPr>
          <p:cNvSpPr txBox="1"/>
          <p:nvPr/>
        </p:nvSpPr>
        <p:spPr>
          <a:xfrm>
            <a:off x="874552" y="3244334"/>
            <a:ext cx="6161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Output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795936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linkit hiring post gets 13000 applications - Blinkit hiring post in  Bengaluru gets over 13000 applications - India Today">
            <a:extLst>
              <a:ext uri="{FF2B5EF4-FFF2-40B4-BE49-F238E27FC236}">
                <a16:creationId xmlns:a16="http://schemas.microsoft.com/office/drawing/2014/main" xmlns="" id="{4024D2BC-FAF5-BE94-5A42-F84D08375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14" y="1"/>
            <a:ext cx="12219213" cy="684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99E2DD1-954C-76A8-EEC3-9AE147B87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427" y="307125"/>
            <a:ext cx="7495300" cy="38963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6D6E3E5-7D64-CAD5-A1FC-44B6B232F4CD}"/>
              </a:ext>
            </a:extLst>
          </p:cNvPr>
          <p:cNvSpPr txBox="1"/>
          <p:nvPr/>
        </p:nvSpPr>
        <p:spPr>
          <a:xfrm>
            <a:off x="2009427" y="4325919"/>
            <a:ext cx="61742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Output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1357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Blinkit Takes Off: How Zomato's Quick Commerce Bet Delivered In FY24">
            <a:extLst>
              <a:ext uri="{FF2B5EF4-FFF2-40B4-BE49-F238E27FC236}">
                <a16:creationId xmlns:a16="http://schemas.microsoft.com/office/drawing/2014/main" xmlns="" id="{10B85352-BF87-420A-DB16-AEA410E6A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29F181C-A31A-D81F-80EB-B095E86ED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64" y="224723"/>
            <a:ext cx="9051871" cy="32775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CC39EE1-49BF-32F7-713D-0D8C56C0EFAE}"/>
              </a:ext>
            </a:extLst>
          </p:cNvPr>
          <p:cNvSpPr txBox="1"/>
          <p:nvPr/>
        </p:nvSpPr>
        <p:spPr>
          <a:xfrm>
            <a:off x="4783822" y="3542367"/>
            <a:ext cx="6161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Output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27516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6932969-F64C-ED90-790A-BAF7FF5BD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83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87</Words>
  <Application>Microsoft Office PowerPoint</Application>
  <PresentationFormat>Custom</PresentationFormat>
  <Paragraphs>14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Ben</dc:creator>
  <cp:lastModifiedBy>DELL</cp:lastModifiedBy>
  <cp:revision>6</cp:revision>
  <dcterms:created xsi:type="dcterms:W3CDTF">2025-10-07T08:14:12Z</dcterms:created>
  <dcterms:modified xsi:type="dcterms:W3CDTF">2025-12-04T04:59:57Z</dcterms:modified>
</cp:coreProperties>
</file>